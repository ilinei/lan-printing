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79905" y="2580640"/>
            <a:ext cx="8745855" cy="1696085"/>
          </a:xfrm>
        </p:spPr>
        <p:txBody>
          <a:bodyPr>
            <a:normAutofit/>
          </a:bodyPr>
          <a:p>
            <a:pPr algn="ctr"/>
            <a:r>
              <a:rPr lang="en-US" altLang="zh-CN" sz="3110"/>
              <a:t>#</a:t>
            </a:r>
            <a:r>
              <a:rPr lang="zh-CN" altLang="en-US" sz="3110"/>
              <a:t>作者：忆痕</a:t>
            </a:r>
            <a:br>
              <a:rPr lang="zh-CN" altLang="en-US" sz="3110"/>
            </a:br>
            <a:r>
              <a:rPr lang="en-US" altLang="zh-CN" sz="3110"/>
              <a:t>#</a:t>
            </a:r>
            <a:r>
              <a:rPr lang="zh-CN" altLang="en-US" sz="3110"/>
              <a:t>仓库地址：</a:t>
            </a:r>
            <a:br>
              <a:rPr lang="zh-CN" altLang="en-US" sz="3110"/>
            </a:br>
            <a:r>
              <a:rPr lang="en-US" altLang="zh-CN" sz="3110"/>
              <a:t>https://github.com/a937750307/lan-printing</a:t>
            </a:r>
            <a:endParaRPr lang="en-US" altLang="zh-CN" sz="31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哈哈哈测试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忆痕丶忆却无痕</cp:lastModifiedBy>
  <cp:revision>7</cp:revision>
  <dcterms:created xsi:type="dcterms:W3CDTF">2023-08-09T12:44:00Z</dcterms:created>
  <dcterms:modified xsi:type="dcterms:W3CDTF">2025-10-04T07:53:26Z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